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%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APAC</c:v>
                  </c:pt>
                  <c:pt idx="1">
                    <c:v>EMEA</c:v>
                  </c:pt>
                  <c:pt idx="2">
                    <c:v>Americas</c:v>
                  </c:pt>
                  <c:pt idx="3">
                    <c:v>Greater China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</c:v>
                </c:pt>
                <c:pt idx="1">
                  <c:v>229</c:v>
                </c:pt>
                <c:pt idx="2">
                  <c:v>205</c:v>
                </c:pt>
                <c:pt idx="3">
                  <c:v>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Deals</c:v>
                </c:pt>
              </c:strCache>
            </c:strRef>
          </c:tx>
          <c:spPr>
            <a:solidFill>
              <a:srgbClr val="0E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Prospecting</c:v>
                  </c:pt>
                  <c:pt idx="1">
                    <c:v>Modeling</c:v>
                  </c:pt>
                  <c:pt idx="2">
                    <c:v>Negotiation</c:v>
                  </c:pt>
                  <c:pt idx="3">
                    <c:v>Approved</c:v>
                  </c:pt>
                  <c:pt idx="4">
                    <c:v>Live</c:v>
                  </c:pt>
                  <c:pt idx="5">
                    <c:v>Closed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17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F1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A portfolio-monitoring dashboard: incentive spend vs budget, spend-weighted ROI, pipeline, and risk. The architectural signature is server-side filtering and aggregation.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this solves: moving from single-deal analysis to portfolio visibility — spend vs budget, spend-weighted ROI, and early risk detection across the whole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capabilities: spend vs budget, spend-weighted ROI, spend trend, pipeline, risk and variance, and live filtering that drives the entire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defining choice: filtering and aggregation happen on the server. The client sends a filter set and gets back one fully computed summary, so the charts can never drift out of sync with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filter-to-render flow. A useEffect keyed on the filter object re-fetches on any change, cancelling in-flight requests. One AnalyticsSummary drives every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model. ROI and the at-risk flag are derived from raw fields at load time, so the portfolio is always internally consistent — you can change the inputs and the derived values recompute.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one of the engine: spend-weighted ROI. Weighting by incentive dollars stops small deals from distorting the portfolio figure. The same weighting is applied within each region for this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two: the remaining aggregations — spend by partner, a monthly spend trend with cumulative, pipeline counts by stage, and budget variance. All are pure functions over the filtered deal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KPI strip — the headline of the dashboard. These are the real computed figures for the full sample portfolio: 73% budget utilization, 207% spend-weighted ROI, 4 of 24 deals flagged at-risk.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engineering. Same lean TypeScript stack as the deal modeler. The pure engine analytics.ts is the heart; swapping the seed data file for a real database query leaves every aggregation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tradeoffs: server-side filtering for consistency, spend-weighted ROI for fairness, derived fields for integrity, and a deliberate split between local sorting and remote filtering based on what each operation actually affects.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This project demonstrates full-stack TypeScript, data aggregation, KPI and metrics design, performance reporting, REST API design, and data visualization — applied to partner incentive portfolio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502920"/>
            <a:ext cx="914400" cy="914400"/>
          </a:xfrm>
          <a:prstGeom prst="ellipse">
            <a:avLst/>
          </a:prstGeom>
          <a:solidFill>
            <a:srgbClr val="0E8C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4" y="74066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· TYPESCRIPT · REACT + NODE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Incentive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02920" y="33101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dashboard for incentive spend vs. budget, spend-weighted ROI, pipeline, and per-deal risk — every view filterable, every number computed server-side.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 budget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30552" y="4160520"/>
            <a:ext cx="1210666" cy="384048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10" name="Text 7"/>
          <p:cNvSpPr/>
          <p:nvPr/>
        </p:nvSpPr>
        <p:spPr>
          <a:xfrm>
            <a:off x="2130552" y="4160520"/>
            <a:ext cx="1210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ROI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05810" y="4160520"/>
            <a:ext cx="874166" cy="384048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12" name="Text 9"/>
          <p:cNvSpPr/>
          <p:nvPr/>
        </p:nvSpPr>
        <p:spPr>
          <a:xfrm>
            <a:off x="3505810" y="4160520"/>
            <a:ext cx="8741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44568" y="41605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4160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deal model isn’t portfolio visibility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 model answers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we do this deal?”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asks a different question: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whole book of deals performing, and where is the risk?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needs spend tracked against budget, ROI weighted by where money actually went, and risk surfaced before a review — not after.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00600" y="1481328"/>
            <a:ext cx="38862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01768" y="1728216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84708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vs. budget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23560" y="1938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incentive money tracking to plan?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2542032"/>
            <a:ext cx="38862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01768" y="2788920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907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706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ROI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23560" y="29992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$50K deal shouldn't sway it like a $3M one.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00600" y="3602736"/>
            <a:ext cx="388620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01768" y="3849624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96849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23560" y="3767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early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623560" y="405993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deals are over budget or under-delivering?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Incentive Analytics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shows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00784"/>
            <a:ext cx="493776" cy="493776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038" y="1829166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228600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vs. budget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6656" y="256032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Per-partner utilization across the portfolio.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481328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75304" y="1700784"/>
            <a:ext cx="493776" cy="493776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686" y="1829166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228600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Spend-weighted ROI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75304" y="256032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by dollars — overall and by region.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54496" y="1481328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3952" y="1700784"/>
            <a:ext cx="493776" cy="493776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334" y="1829166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28600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over time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73952" y="256032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incentive spend + cumulative trend.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200400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6656" y="3419856"/>
            <a:ext cx="493776" cy="493776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8" y="3548238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" y="400507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by stage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76656" y="427939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&amp; committed revenue, prospect to closed.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55848" y="3200400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75304" y="3419856"/>
            <a:ext cx="493776" cy="493776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686" y="3548238"/>
            <a:ext cx="237012" cy="2370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75304" y="400507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variance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3575304" y="427939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flags and budget over-runs surfaced.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54496" y="3200400"/>
            <a:ext cx="24323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73952" y="3419856"/>
            <a:ext cx="493776" cy="493776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334" y="3548238"/>
            <a:ext cx="237012" cy="2370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400507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473952" y="427939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everything by region, category, stage.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Incentive Analytics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aggregation keeps views in sync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883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· localhost:5173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2F4F4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FilterBar — drives everything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816352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2F4F4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816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charts · funnel · 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3419856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2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api.ts — typed fetch + query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1481328"/>
            <a:ext cx="37033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84648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84648" y="1883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 · localhost:4000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84648" y="2212848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2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5294376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routes/analytics.ts — parse filters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84648" y="2816352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0F1B3D"/>
          </a:solidFill>
          <a:ln/>
        </p:spPr>
      </p:sp>
      <p:sp>
        <p:nvSpPr>
          <p:cNvPr id="19" name="Text 17"/>
          <p:cNvSpPr/>
          <p:nvPr/>
        </p:nvSpPr>
        <p:spPr>
          <a:xfrm>
            <a:off x="5294376" y="28163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lib/analytics.ts — filter + aggregate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84648" y="3419856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E2F4F4"/>
          </a:solidFill>
          <a:ln/>
        </p:spPr>
      </p:sp>
      <p:sp>
        <p:nvSpPr>
          <p:cNvPr id="21" name="Text 19"/>
          <p:cNvSpPr/>
          <p:nvPr/>
        </p:nvSpPr>
        <p:spPr>
          <a:xfrm>
            <a:off x="5294376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data/portfolio.ts — 24 deals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87952" y="2697480"/>
            <a:ext cx="758952" cy="0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187952" y="3063240"/>
            <a:ext cx="758952" cy="0"/>
          </a:xfrm>
          <a:prstGeom prst="line">
            <a:avLst/>
          </a:prstGeom>
          <a:noFill/>
          <a:ln w="25400">
            <a:solidFill>
              <a:srgbClr val="5B6783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4069080" y="2432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69080" y="3108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22452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F1B3D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2245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→ one AnalyticsSummary.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+ aggregation run on the server, so every KPI, chart and table describes the same slice.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 filter changes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8992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picks a filter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78992" y="1728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Region = EMEA, or At-risk only.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/summary?region=…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78992" y="2368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serialized to query params.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8992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filterDeals(portfolio)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78992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narrows the deal set.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8992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summarize(filtered)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78992" y="3648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spend, ROI, trend, pipeline, variance.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Re-render from one payload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78992" y="4288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 updates together.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1481328"/>
            <a:ext cx="3246120" cy="3154680"/>
          </a:xfrm>
          <a:prstGeom prst="roundRect">
            <a:avLst>
              <a:gd name="adj" fmla="val 2319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AnalyticsSummary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1938528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kpis:           {...},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spendByPartner: [...],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roiByRegion:    [...],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spendTrend:     [...],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pipeline:       [...],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variance:       [...],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deals:          [...]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filtered slice,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view in sync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Incentive Analytics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fields keep the data honest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DealRecord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 · category · region · stage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2044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4323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incentiveBudget / Spend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20440" y="24323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 / realizedRevenue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20440" y="2852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273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grossMarginPct · startDate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0440" y="32735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6941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roiPct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20440" y="3694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atRisk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20440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1481328"/>
            <a:ext cx="3886200" cy="3108960"/>
          </a:xfrm>
          <a:prstGeom prst="roundRect">
            <a:avLst>
              <a:gd name="adj" fmla="val 2353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at load — never hand-typed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roiPct =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(realizedRev x margin%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incentiveSpend)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incentiveSpend x 100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atRisk =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spend &gt; budget          (over budget)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realized &lt; 50% of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committed (live/closed)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 roiPct &lt; 0           (losing)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deal’s raw numbers and ROI + risk stay correct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Spend-weighted ROI — the key metric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81328"/>
          <a:ext cx="46634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ROI by region (%) — real output, unfiltered portfolio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349240" y="1481328"/>
            <a:ext cx="3337560" cy="3017520"/>
          </a:xfrm>
          <a:prstGeom prst="roundRect">
            <a:avLst>
              <a:gd name="adj" fmla="val 2424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weighting matters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97510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average lets a tiny $50K deal move the number as much as a $3M deal.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D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weighted =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D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Σ(roiᵢ x spendᵢ)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D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Σ spendᵢ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7784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where incentive dollars actually went.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Spend, pipeline &amp; variance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81328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deal count by stage (committed revenue scales the funnel in-app)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40680" y="1481328"/>
            <a:ext cx="32461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23560" y="1728216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184708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36208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partner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236208" y="1920240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spend + utilization, ranked.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40680" y="2542032"/>
            <a:ext cx="32461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23560" y="2788920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290779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36208" y="2688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trend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36208" y="298094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buckets + a running cumulative.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40680" y="3602736"/>
            <a:ext cx="32461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623560" y="3849624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3968496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36208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36208" y="404164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− spend; negatives = over-run.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portfolio in eight numbers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91109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196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$41.6M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4780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BUDGET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51176" y="1600200"/>
            <a:ext cx="191109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15768" y="18196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$30.4M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15768" y="24780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TO DATE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45152" y="1600200"/>
            <a:ext cx="191109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9744" y="18196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09744" y="24780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39128" y="1600200"/>
            <a:ext cx="191109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8196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24780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ROI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191109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" y="4078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ATTAINMENT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51176" y="3200400"/>
            <a:ext cx="191109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15768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715768" y="4078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5152" y="3200400"/>
            <a:ext cx="191109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9744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809744" y="4078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DEALS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39128" y="3200400"/>
            <a:ext cx="1911096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341985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903720" y="4078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 of the unfiltered sample portfolio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project structure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0690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 · Recharts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52374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28800" y="25237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Express · TypeScript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0358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828800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CSS (no framework)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3547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28800" y="35478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Server-side; one summary per request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40599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28800" y="40599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seed file for a DB query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481328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0F1B3D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64592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partner-incentive-analytics/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backend/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src/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server.ts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types.ts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routes/analytics.ts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├─ lib/analytics.ts    ← engine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 data/portfolio.ts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frontend/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src/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App.tsx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api.ts · format.ts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components/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FilterBar.tsx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KpiCards.tsx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SpendByPartnerChart.tsx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RoiByRegionChart.tsx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SpendTrendChart.tsx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PipelineFunnel.tsx</a:t>
            </a:r>
            <a:endParaRPr lang="en-US" sz="93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D7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└─ DealsTable.tsx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&amp; tradeoffs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09344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2821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filtering + aggregation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98448" y="1856232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one consistent summary — the UI never reconciles independently-filtered charts.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30428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450592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6946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414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Spend-weighted ROI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98448" y="26974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where incentive dollars went; small deals can't distort the portfolio figure.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14553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291840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107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2552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 from raw data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98448" y="3538728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roiPct and atRisk are computed, so the portfolio is consistent and editable.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98678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0182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4133088"/>
            <a:ext cx="457200" cy="457200"/>
          </a:xfrm>
          <a:prstGeom prst="ellipse">
            <a:avLst/>
          </a:prstGeom>
          <a:solidFill>
            <a:srgbClr val="E2F4F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5196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4096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sort, remote filter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98448" y="4379976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doesn't change which deals show, so it's client-side; filtering changes aggregates, so it's server-side.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reporting, end to 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and reporting discipline a deals organization brings to a leadership review — spend, ROI, pipeline, and risk in one consistent 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115922" cy="420624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21159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TypeScript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29154" y="2880360"/>
            <a:ext cx="740664" cy="420624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8" name="Text 6"/>
          <p:cNvSpPr/>
          <p:nvPr/>
        </p:nvSpPr>
        <p:spPr>
          <a:xfrm>
            <a:off x="2829154" y="2880360"/>
            <a:ext cx="740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34410" y="2880360"/>
            <a:ext cx="1514246" cy="420624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10" name="Text 8"/>
          <p:cNvSpPr/>
          <p:nvPr/>
        </p:nvSpPr>
        <p:spPr>
          <a:xfrm>
            <a:off x="3734410" y="2880360"/>
            <a:ext cx="15142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13248" y="2880360"/>
            <a:ext cx="1686154" cy="420624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13248" y="2880360"/>
            <a:ext cx="16861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029968" cy="420624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2900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/ metrics design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0" y="3429000"/>
            <a:ext cx="2115922" cy="420624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3429000"/>
            <a:ext cx="21159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3714" y="342900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3714" y="34290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858061" cy="420624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185806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71293" y="3977640"/>
            <a:ext cx="1944014" cy="420624"/>
          </a:xfrm>
          <a:prstGeom prst="roundRect">
            <a:avLst>
              <a:gd name="adj" fmla="val 50000"/>
            </a:avLst>
          </a:prstGeom>
          <a:solidFill>
            <a:srgbClr val="10314A"/>
          </a:solidFill>
          <a:ln/>
        </p:spPr>
      </p:sp>
      <p:sp>
        <p:nvSpPr>
          <p:cNvPr id="22" name="Text 20"/>
          <p:cNvSpPr/>
          <p:nvPr/>
        </p:nvSpPr>
        <p:spPr>
          <a:xfrm>
            <a:off x="2571293" y="3977640"/>
            <a:ext cx="194401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 Bhavsar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 Incentive Analytics</dc:title>
  <dc:subject>PptxGenJS Presentation</dc:subject>
  <dc:creator>Aman Bhavsar</dc:creator>
  <cp:lastModifiedBy>Aman Bhavsar</cp:lastModifiedBy>
  <cp:revision>1</cp:revision>
  <dcterms:created xsi:type="dcterms:W3CDTF">2026-06-27T00:00:13Z</dcterms:created>
  <dcterms:modified xsi:type="dcterms:W3CDTF">2026-06-27T00:00:13Z</dcterms:modified>
</cp:coreProperties>
</file>